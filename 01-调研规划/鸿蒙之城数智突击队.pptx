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8" r:id="rId4"/>
    <p:sldId id="257" r:id="rId5"/>
    <p:sldId id="260" r:id="rId6"/>
    <p:sldId id="259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zh-CN" altLang="en-US"/>
              <a:t>鸿蒙之城数智突击队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zh-CN" altLang="en-US"/>
              <a:t>鸿蒙之城数智突击队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82015" y="1691005"/>
            <a:ext cx="10515600" cy="2811145"/>
          </a:xfrm>
        </p:spPr>
        <p:txBody>
          <a:bodyPr>
            <a:normAutofit/>
          </a:bodyPr>
          <a:p>
            <a:r>
              <a:rPr lang="en-US" altLang="zh-CN" sz="3200"/>
              <a:t>1</a:t>
            </a:r>
            <a:r>
              <a:rPr lang="zh-CN" altLang="en-US" sz="3200"/>
              <a:t>、鸿蒙操作系统是如何从最初的技术设想起步，一步步发展到如今的产业规模，发展过程中有哪些重要阶段？</a:t>
            </a:r>
            <a:br>
              <a:rPr lang="zh-CN" altLang="en-US" sz="3200"/>
            </a:br>
            <a:br>
              <a:rPr lang="zh-CN" altLang="en-US" sz="3200"/>
            </a:br>
            <a:r>
              <a:rPr lang="en-US" altLang="zh-CN" sz="3200"/>
              <a:t>2</a:t>
            </a:r>
            <a:r>
              <a:rPr lang="zh-CN" altLang="en-US" sz="3200"/>
              <a:t>、现阶段鸿蒙操作系统整体呈现怎样的形态布局，已经落地覆盖了哪些典型应用场景</a:t>
            </a:r>
            <a:r>
              <a:rPr lang="zh-CN" altLang="en-US" sz="3200"/>
              <a:t>以及产业落地？</a:t>
            </a:r>
            <a:endParaRPr lang="zh-CN" altLang="en-US" sz="3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2580640" cy="1325880"/>
          </a:xfrm>
        </p:spPr>
        <p:txBody>
          <a:bodyPr/>
          <a:p>
            <a:r>
              <a:rPr lang="zh-CN" altLang="en-US"/>
              <a:t>线下</a:t>
            </a:r>
            <a:r>
              <a:rPr lang="zh-CN" altLang="en-US"/>
              <a:t>队员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2580640" cy="4351655"/>
          </a:xfrm>
        </p:spPr>
        <p:txBody>
          <a:bodyPr/>
          <a:p>
            <a:r>
              <a:rPr lang="zh-CN" altLang="en-US"/>
              <a:t>应用</a:t>
            </a:r>
            <a:r>
              <a:rPr lang="zh-CN" altLang="en-US"/>
              <a:t>场景</a:t>
            </a:r>
            <a:endParaRPr lang="zh-CN" altLang="en-US"/>
          </a:p>
          <a:p>
            <a:r>
              <a:rPr lang="zh-CN" altLang="en-US"/>
              <a:t>企业</a:t>
            </a:r>
            <a:r>
              <a:rPr lang="zh-CN" altLang="en-US"/>
              <a:t>产业</a:t>
            </a:r>
            <a:endParaRPr lang="zh-CN" altLang="en-US"/>
          </a:p>
          <a:p>
            <a:r>
              <a:rPr lang="zh-CN" altLang="en-US"/>
              <a:t>鸿蒙</a:t>
            </a:r>
            <a:r>
              <a:rPr lang="zh-CN" altLang="en-US"/>
              <a:t>社区</a:t>
            </a:r>
            <a:endParaRPr lang="zh-CN" altLang="en-US"/>
          </a:p>
          <a:p>
            <a:r>
              <a:rPr lang="zh-CN" altLang="en-US"/>
              <a:t>鸿蒙</a:t>
            </a:r>
            <a:r>
              <a:rPr lang="zh-CN" altLang="en-US"/>
              <a:t>生态</a:t>
            </a:r>
            <a:endParaRPr lang="zh-CN" altLang="en-US"/>
          </a:p>
        </p:txBody>
      </p:sp>
      <p:sp>
        <p:nvSpPr>
          <p:cNvPr id="4" name="标题 1"/>
          <p:cNvSpPr>
            <a:spLocks noGrp="1"/>
          </p:cNvSpPr>
          <p:nvPr/>
        </p:nvSpPr>
        <p:spPr>
          <a:xfrm>
            <a:off x="6969760" y="492125"/>
            <a:ext cx="2580640" cy="13258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线</a:t>
            </a:r>
            <a:r>
              <a:rPr lang="zh-CN" altLang="en-US"/>
              <a:t>上队员</a:t>
            </a:r>
            <a:endParaRPr lang="zh-CN" altLang="en-US"/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6743065" y="1825625"/>
            <a:ext cx="5448300" cy="4351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</a:t>
            </a:r>
            <a:r>
              <a:rPr lang="zh-CN" altLang="en-US"/>
              <a:t>、为线下同学补充背景（</a:t>
            </a:r>
            <a:r>
              <a:rPr lang="en-US" altLang="zh-CN"/>
              <a:t>3</a:t>
            </a:r>
            <a:r>
              <a:rPr lang="zh-CN" altLang="en-US"/>
              <a:t>人）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、鸿蒙技术的发展历程（</a:t>
            </a:r>
            <a:r>
              <a:rPr lang="en-US" altLang="zh-CN"/>
              <a:t>2</a:t>
            </a:r>
            <a:r>
              <a:rPr lang="zh-CN" altLang="en-US"/>
              <a:t>人）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、新闻稿与推文撰写（</a:t>
            </a:r>
            <a:r>
              <a:rPr lang="en-US" altLang="zh-CN"/>
              <a:t>2</a:t>
            </a:r>
            <a:r>
              <a:rPr lang="zh-CN" altLang="en-US"/>
              <a:t>人）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838200" y="365125"/>
            <a:ext cx="2580640" cy="1325880"/>
          </a:xfrm>
        </p:spPr>
        <p:txBody>
          <a:bodyPr/>
          <a:p>
            <a:r>
              <a:rPr lang="zh-CN" altLang="en-US"/>
              <a:t>线下</a:t>
            </a:r>
            <a:r>
              <a:rPr lang="zh-CN" altLang="en-US"/>
              <a:t>队员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2580640" cy="4351655"/>
          </a:xfrm>
        </p:spPr>
        <p:txBody>
          <a:bodyPr/>
          <a:p>
            <a:r>
              <a:rPr lang="zh-CN" altLang="en-US"/>
              <a:t>应用</a:t>
            </a:r>
            <a:r>
              <a:rPr lang="zh-CN" altLang="en-US"/>
              <a:t>场景</a:t>
            </a:r>
            <a:endParaRPr lang="zh-CN" altLang="en-US"/>
          </a:p>
          <a:p>
            <a:r>
              <a:rPr lang="zh-CN" altLang="en-US"/>
              <a:t>企业</a:t>
            </a:r>
            <a:r>
              <a:rPr lang="zh-CN" altLang="en-US"/>
              <a:t>产业</a:t>
            </a:r>
            <a:endParaRPr lang="zh-CN" altLang="en-US"/>
          </a:p>
          <a:p>
            <a:r>
              <a:rPr lang="zh-CN" altLang="en-US"/>
              <a:t>鸿蒙</a:t>
            </a:r>
            <a:r>
              <a:rPr lang="zh-CN" altLang="en-US"/>
              <a:t>社区</a:t>
            </a:r>
            <a:endParaRPr lang="zh-CN" altLang="en-US"/>
          </a:p>
          <a:p>
            <a:r>
              <a:rPr lang="zh-CN" altLang="en-US"/>
              <a:t>鸿蒙</a:t>
            </a:r>
            <a:r>
              <a:rPr lang="zh-CN" altLang="en-US"/>
              <a:t>生态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日程</a:t>
            </a:r>
            <a:r>
              <a:rPr lang="zh-CN" altLang="en-US"/>
              <a:t>安排</a:t>
            </a:r>
            <a:endParaRPr lang="zh-CN" altLang="en-US"/>
          </a:p>
        </p:txBody>
      </p:sp>
      <p:graphicFrame>
        <p:nvGraphicFramePr>
          <p:cNvPr id="4" name="内容占位符 3"/>
          <p:cNvGraphicFramePr/>
          <p:nvPr>
            <p:ph idx="1"/>
            <p:custDataLst>
              <p:tags r:id="rId1"/>
            </p:custDataLst>
          </p:nvPr>
        </p:nvGraphicFramePr>
        <p:xfrm>
          <a:off x="838200" y="1825625"/>
          <a:ext cx="10648950" cy="3679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825"/>
                <a:gridCol w="1614170"/>
                <a:gridCol w="1935480"/>
                <a:gridCol w="1774825"/>
                <a:gridCol w="1774825"/>
                <a:gridCol w="1774825"/>
              </a:tblGrid>
              <a:tr h="615315">
                <a:tc>
                  <a:txBody>
                    <a:bodyPr/>
                    <a:p>
                      <a:pPr>
                        <a:buNone/>
                      </a:pPr>
                      <a:endParaRPr lang="en-US" altLang="zh-CN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27</a:t>
                      </a:r>
                      <a:r>
                        <a:rPr lang="zh-CN" altLang="en-US" sz="1800"/>
                        <a:t>号（周一）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28</a:t>
                      </a:r>
                      <a:r>
                        <a:rPr lang="zh-CN" altLang="en-US" sz="1800"/>
                        <a:t>号（周二）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29</a:t>
                      </a:r>
                      <a:r>
                        <a:rPr lang="zh-CN" altLang="en-US" sz="1800"/>
                        <a:t>号（周三）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30</a:t>
                      </a:r>
                      <a:r>
                        <a:rPr lang="zh-CN" altLang="en-US" sz="1800"/>
                        <a:t>号（周四）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31</a:t>
                      </a:r>
                      <a:r>
                        <a:rPr lang="zh-CN" altLang="en-US" sz="1800"/>
                        <a:t>号（周五）</a:t>
                      </a:r>
                      <a:endParaRPr lang="zh-CN" altLang="en-US" sz="1800"/>
                    </a:p>
                  </a:txBody>
                  <a:tcPr/>
                </a:tc>
              </a:tr>
              <a:tr h="83629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上午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准备工作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市政局筹备会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r>
                        <a:rPr lang="zh-CN" altLang="en-US" sz="1800"/>
                        <a:t>上午</a:t>
                      </a:r>
                      <a:r>
                        <a:rPr lang="en-US" altLang="zh-CN" sz="1800"/>
                        <a:t>10</a:t>
                      </a:r>
                      <a:r>
                        <a:rPr lang="zh-CN" altLang="en-US" sz="1800"/>
                        <a:t>点</a:t>
                      </a:r>
                      <a:endParaRPr lang="zh-CN" altLang="en-US" sz="1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1</a:t>
                      </a:r>
                      <a:r>
                        <a:rPr lang="zh-CN" altLang="en-US" sz="1800"/>
                        <a:t>、东莞市展览馆</a:t>
                      </a:r>
                      <a:r>
                        <a:rPr lang="en-US" altLang="zh-CN" sz="1800"/>
                        <a:t>(9:30)</a:t>
                      </a:r>
                      <a:endParaRPr lang="en-US" altLang="zh-CN" sz="1800"/>
                    </a:p>
                    <a:p>
                      <a:pPr>
                        <a:buNone/>
                      </a:pPr>
                      <a:r>
                        <a:rPr lang="en-US" altLang="zh-CN" sz="1800"/>
                        <a:t>2</a:t>
                      </a:r>
                      <a:r>
                        <a:rPr lang="zh-CN" altLang="en-US" sz="1800"/>
                        <a:t>、市政数局</a:t>
                      </a:r>
                      <a:r>
                        <a:rPr lang="zh-CN" altLang="en-US" sz="1800"/>
                        <a:t>彩排</a:t>
                      </a:r>
                      <a:endParaRPr lang="zh-CN" altLang="en-US" sz="1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市政局的会（松山湖）</a:t>
                      </a:r>
                      <a:endParaRPr lang="zh-CN" altLang="en-US" sz="1800"/>
                    </a:p>
                  </a:txBody>
                  <a:tcP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市民服务中心</a:t>
                      </a:r>
                      <a:endParaRPr lang="zh-CN" altLang="en-US" sz="1800"/>
                    </a:p>
                  </a:txBody>
                  <a:tcPr>
                    <a:solidFill>
                      <a:schemeClr val="accent3"/>
                    </a:solidFill>
                  </a:tcPr>
                </a:tc>
              </a:tr>
              <a:tr h="139128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下午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同书记开展实践见面会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1</a:t>
                      </a:r>
                      <a:r>
                        <a:rPr lang="zh-CN" altLang="en-US" sz="1800"/>
                        <a:t>、寮步鸿蒙智行中心</a:t>
                      </a:r>
                      <a:r>
                        <a:rPr lang="en-US" altLang="zh-CN" sz="1800"/>
                        <a:t> </a:t>
                      </a:r>
                      <a:endParaRPr lang="en-US" altLang="zh-CN" sz="1800"/>
                    </a:p>
                    <a:p>
                      <a:pPr>
                        <a:buNone/>
                      </a:pPr>
                      <a:r>
                        <a:rPr lang="en-US" altLang="zh-CN" sz="1800"/>
                        <a:t>2</a:t>
                      </a:r>
                      <a:r>
                        <a:rPr lang="zh-CN" altLang="en-US" sz="1800"/>
                        <a:t>、</a:t>
                      </a:r>
                      <a:r>
                        <a:rPr lang="en-US" altLang="zh-CN" sz="1800"/>
                        <a:t>R&amp;A PARK</a:t>
                      </a:r>
                      <a:endParaRPr lang="en-US" altLang="zh-CN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1</a:t>
                      </a:r>
                      <a:r>
                        <a:rPr lang="zh-CN" altLang="en-US" sz="1800"/>
                        <a:t>、广东省开源鸿蒙适配中心（</a:t>
                      </a:r>
                      <a:r>
                        <a:rPr lang="en-US" altLang="zh-CN" sz="1800"/>
                        <a:t>14:00-15:00)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r>
                        <a:rPr lang="en-US" altLang="zh-CN" sz="1800"/>
                        <a:t>2</a:t>
                      </a:r>
                      <a:r>
                        <a:rPr lang="zh-CN" altLang="en-US" sz="1800"/>
                        <a:t>、慕思睡眠公司</a:t>
                      </a:r>
                      <a:r>
                        <a:rPr lang="en-US" altLang="zh-CN" sz="1800"/>
                        <a:t>(16:00-18:00)</a:t>
                      </a:r>
                      <a:endParaRPr lang="en-US" altLang="zh-CN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1</a:t>
                      </a:r>
                      <a:r>
                        <a:rPr lang="zh-CN" altLang="en-US" sz="1800"/>
                        <a:t>、医疗线</a:t>
                      </a:r>
                      <a:r>
                        <a:rPr lang="en-US" altLang="zh-CN" sz="1800"/>
                        <a:t> or </a:t>
                      </a:r>
                      <a:r>
                        <a:rPr lang="zh-CN" altLang="en-US" sz="1800"/>
                        <a:t>校园线二选一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联通公司、湾区数谷。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r>
                        <a:rPr lang="zh-CN" altLang="en-US" sz="1800"/>
                        <a:t>如有时间还能继续参访一些企业</a:t>
                      </a:r>
                      <a:endParaRPr lang="zh-CN" altLang="en-US" sz="1800"/>
                    </a:p>
                  </a:txBody>
                  <a:tcPr>
                    <a:solidFill>
                      <a:schemeClr val="accent3"/>
                    </a:solidFill>
                  </a:tcPr>
                </a:tc>
              </a:tr>
              <a:tr h="83629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晚上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确定后续安排和线下线上同学分工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/>
                        <a:t>1</a:t>
                      </a:r>
                      <a:r>
                        <a:rPr lang="zh-CN" altLang="en-US" sz="1800"/>
                        <a:t>、</a:t>
                      </a:r>
                      <a:r>
                        <a:rPr lang="zh-CN" altLang="en-US" sz="1800"/>
                        <a:t>鸿蒙全屋智能</a:t>
                      </a:r>
                      <a:endParaRPr lang="zh-CN" altLang="en-US" sz="1800"/>
                    </a:p>
                    <a:p>
                      <a:pPr>
                        <a:buNone/>
                      </a:pPr>
                      <a:r>
                        <a:rPr lang="en-US" altLang="zh-CN" sz="1800"/>
                        <a:t>2</a:t>
                      </a:r>
                      <a:r>
                        <a:rPr lang="zh-CN" altLang="en-US" sz="1800"/>
                        <a:t>、</a:t>
                      </a:r>
                      <a:r>
                        <a:rPr lang="zh-CN" altLang="en-US" sz="1800">
                          <a:sym typeface="+mn-ea"/>
                        </a:rPr>
                        <a:t>美宜佳</a:t>
                      </a:r>
                      <a:r>
                        <a:rPr lang="zh-CN" altLang="en-US" sz="1800">
                          <a:sym typeface="+mn-ea"/>
                        </a:rPr>
                        <a:t>零售店</a:t>
                      </a:r>
                      <a:endParaRPr lang="zh-CN" altLang="en-US" sz="1800"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800"/>
                        <a:t>滨海湾智慧灯杆</a:t>
                      </a:r>
                      <a:endParaRPr lang="zh-CN" altLang="en-US" sz="1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 sz="18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14.4,&quot;left&quot;:66,&quot;top&quot;:28.75,&quot;width&quot;:686}"/>
</p:tagLst>
</file>

<file path=ppt/tags/tag2.xml><?xml version="1.0" encoding="utf-8"?>
<p:tagLst xmlns:p="http://schemas.openxmlformats.org/presentationml/2006/main">
  <p:tag name="TABLE_ENDDRAG_ORIGIN_RECT" val="838*289"/>
  <p:tag name="TABLE_ENDDRAG_RECT" val="66*143*838*289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455</Words>
  <Application>WPS 演示</Application>
  <PresentationFormat>宽屏</PresentationFormat>
  <Paragraphs>77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  <vt:lpstr>PowerPoint 演示文稿</vt:lpstr>
      <vt:lpstr>线下队员</vt:lpstr>
      <vt:lpstr>线下队员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Terry</cp:lastModifiedBy>
  <cp:revision>29</cp:revision>
  <dcterms:created xsi:type="dcterms:W3CDTF">2023-08-09T12:44:00Z</dcterms:created>
  <dcterms:modified xsi:type="dcterms:W3CDTF">2026-07-28T15:36:02Z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98D76BF5961D460CAF4589C6EB458DF4_12</vt:lpwstr>
  </property>
</Properties>
</file>