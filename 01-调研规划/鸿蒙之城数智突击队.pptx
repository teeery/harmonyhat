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60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鸿蒙之城数智突击队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鸿蒙之城数智突击队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2015" y="1691005"/>
            <a:ext cx="10515600" cy="2811145"/>
          </a:xfrm>
        </p:spPr>
        <p:txBody>
          <a:bodyPr>
            <a:normAutofit/>
          </a:bodyPr>
          <a:p>
            <a:r>
              <a:rPr lang="en-US" altLang="zh-CN" sz="3200"/>
              <a:t>1</a:t>
            </a:r>
            <a:r>
              <a:rPr lang="zh-CN" altLang="en-US" sz="3200"/>
              <a:t>、鸿蒙操作系统是如何从最初的技术设想起步，一步步发展到如今的产业规模，发展过程中有哪些重要阶段？</a:t>
            </a:r>
            <a:br>
              <a:rPr lang="zh-CN" altLang="en-US" sz="3200"/>
            </a:br>
            <a:br>
              <a:rPr lang="zh-CN" altLang="en-US" sz="3200"/>
            </a:br>
            <a:r>
              <a:rPr lang="en-US" altLang="zh-CN" sz="3200"/>
              <a:t>2</a:t>
            </a:r>
            <a:r>
              <a:rPr lang="zh-CN" altLang="en-US" sz="3200"/>
              <a:t>、现阶段鸿蒙操作系统整体呈现怎样的形态布局，已经落地覆盖了哪些典型应用场景</a:t>
            </a:r>
            <a:r>
              <a:rPr lang="zh-CN" altLang="en-US" sz="3200"/>
              <a:t>以及产业落地？</a:t>
            </a:r>
            <a:endParaRPr lang="zh-CN" alt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580640" cy="1325880"/>
          </a:xfrm>
        </p:spPr>
        <p:txBody>
          <a:bodyPr/>
          <a:p>
            <a:r>
              <a:rPr lang="zh-CN" altLang="en-US"/>
              <a:t>线下</a:t>
            </a:r>
            <a:r>
              <a:rPr lang="zh-CN" altLang="en-US"/>
              <a:t>队员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580640" cy="4351655"/>
          </a:xfrm>
        </p:spPr>
        <p:txBody>
          <a:bodyPr/>
          <a:p>
            <a:r>
              <a:rPr lang="zh-CN" altLang="en-US"/>
              <a:t>应用</a:t>
            </a:r>
            <a:r>
              <a:rPr lang="zh-CN" altLang="en-US"/>
              <a:t>场景</a:t>
            </a:r>
            <a:endParaRPr lang="zh-CN" altLang="en-US"/>
          </a:p>
          <a:p>
            <a:r>
              <a:rPr lang="zh-CN" altLang="en-US"/>
              <a:t>企业</a:t>
            </a:r>
            <a:r>
              <a:rPr lang="zh-CN" altLang="en-US"/>
              <a:t>产业</a:t>
            </a:r>
            <a:endParaRPr lang="zh-CN" altLang="en-US"/>
          </a:p>
          <a:p>
            <a:r>
              <a:rPr lang="zh-CN" altLang="en-US"/>
              <a:t>鸿蒙</a:t>
            </a:r>
            <a:r>
              <a:rPr lang="zh-CN" altLang="en-US"/>
              <a:t>社区</a:t>
            </a:r>
            <a:endParaRPr lang="zh-CN" altLang="en-US"/>
          </a:p>
          <a:p>
            <a:r>
              <a:rPr lang="zh-CN" altLang="en-US"/>
              <a:t>鸿蒙</a:t>
            </a:r>
            <a:r>
              <a:rPr lang="zh-CN" altLang="en-US"/>
              <a:t>生态</a:t>
            </a:r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6969760" y="492125"/>
            <a:ext cx="258064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线</a:t>
            </a:r>
            <a:r>
              <a:rPr lang="zh-CN" altLang="en-US"/>
              <a:t>上队员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743065" y="1825625"/>
            <a:ext cx="54483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</a:t>
            </a:r>
            <a:r>
              <a:rPr lang="zh-CN" altLang="en-US"/>
              <a:t>、为线下同学补充背景（</a:t>
            </a:r>
            <a:r>
              <a:rPr lang="en-US" altLang="zh-CN"/>
              <a:t>3</a:t>
            </a:r>
            <a:r>
              <a:rPr lang="zh-CN" altLang="en-US"/>
              <a:t>人）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、鸿蒙技术的发展历程（</a:t>
            </a:r>
            <a:r>
              <a:rPr lang="en-US" altLang="zh-CN"/>
              <a:t>2</a:t>
            </a:r>
            <a:r>
              <a:rPr lang="zh-CN" altLang="en-US"/>
              <a:t>人）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、新闻稿与推文撰写（</a:t>
            </a:r>
            <a:r>
              <a:rPr lang="en-US" altLang="zh-CN"/>
              <a:t>2</a:t>
            </a:r>
            <a:r>
              <a:rPr lang="zh-CN" altLang="en-US"/>
              <a:t>人）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65125"/>
            <a:ext cx="2580640" cy="1325880"/>
          </a:xfrm>
        </p:spPr>
        <p:txBody>
          <a:bodyPr/>
          <a:p>
            <a:r>
              <a:rPr lang="zh-CN" altLang="en-US"/>
              <a:t>线下</a:t>
            </a:r>
            <a:r>
              <a:rPr lang="zh-CN" altLang="en-US"/>
              <a:t>队员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580640" cy="4351655"/>
          </a:xfrm>
        </p:spPr>
        <p:txBody>
          <a:bodyPr/>
          <a:p>
            <a:r>
              <a:rPr lang="zh-CN" altLang="en-US"/>
              <a:t>应用</a:t>
            </a:r>
            <a:r>
              <a:rPr lang="zh-CN" altLang="en-US"/>
              <a:t>场景</a:t>
            </a:r>
            <a:endParaRPr lang="zh-CN" altLang="en-US"/>
          </a:p>
          <a:p>
            <a:r>
              <a:rPr lang="zh-CN" altLang="en-US"/>
              <a:t>企业</a:t>
            </a:r>
            <a:r>
              <a:rPr lang="zh-CN" altLang="en-US"/>
              <a:t>产业</a:t>
            </a:r>
            <a:endParaRPr lang="zh-CN" altLang="en-US"/>
          </a:p>
          <a:p>
            <a:r>
              <a:rPr lang="zh-CN" altLang="en-US"/>
              <a:t>鸿蒙</a:t>
            </a:r>
            <a:r>
              <a:rPr lang="zh-CN" altLang="en-US"/>
              <a:t>社区</a:t>
            </a:r>
            <a:endParaRPr lang="zh-CN" altLang="en-US"/>
          </a:p>
          <a:p>
            <a:r>
              <a:rPr lang="zh-CN" altLang="en-US"/>
              <a:t>鸿蒙</a:t>
            </a:r>
            <a:r>
              <a:rPr lang="zh-CN" altLang="en-US"/>
              <a:t>生态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日程</a:t>
            </a:r>
            <a:r>
              <a:rPr lang="zh-CN" altLang="en-US"/>
              <a:t>安排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699750" cy="429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621790"/>
                <a:gridCol w="1945005"/>
                <a:gridCol w="1783080"/>
                <a:gridCol w="1783715"/>
                <a:gridCol w="1783080"/>
              </a:tblGrid>
              <a:tr h="718185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27</a:t>
                      </a:r>
                      <a:r>
                        <a:rPr lang="zh-CN" altLang="en-US" sz="1600"/>
                        <a:t>号（周一）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28</a:t>
                      </a:r>
                      <a:r>
                        <a:rPr lang="zh-CN" altLang="en-US" sz="1600"/>
                        <a:t>号（周二）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29</a:t>
                      </a:r>
                      <a:r>
                        <a:rPr lang="zh-CN" altLang="en-US" sz="1600"/>
                        <a:t>号（周三）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30</a:t>
                      </a:r>
                      <a:r>
                        <a:rPr lang="zh-CN" altLang="en-US" sz="1600"/>
                        <a:t>号（周四）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31</a:t>
                      </a:r>
                      <a:r>
                        <a:rPr lang="zh-CN" altLang="en-US" sz="1600"/>
                        <a:t>号（周五）</a:t>
                      </a:r>
                      <a:endParaRPr lang="zh-CN" altLang="en-US" sz="1600"/>
                    </a:p>
                  </a:txBody>
                  <a:tcPr/>
                </a:tc>
              </a:tr>
              <a:tr h="9759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上午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准备工作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市政局筹备会</a:t>
                      </a:r>
                      <a:endParaRPr lang="zh-CN" altLang="en-US" sz="1600"/>
                    </a:p>
                    <a:p>
                      <a:pPr>
                        <a:buNone/>
                      </a:pPr>
                      <a:r>
                        <a:rPr lang="zh-CN" altLang="en-US" sz="1600"/>
                        <a:t>上午</a:t>
                      </a:r>
                      <a:r>
                        <a:rPr lang="en-US" altLang="zh-CN" sz="1600"/>
                        <a:t>10</a:t>
                      </a:r>
                      <a:r>
                        <a:rPr lang="zh-CN" altLang="en-US" sz="1600"/>
                        <a:t>点</a:t>
                      </a:r>
                      <a:endParaRPr lang="zh-CN" altLang="en-US" sz="16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、东莞市展览馆</a:t>
                      </a:r>
                      <a:r>
                        <a:rPr lang="en-US" altLang="zh-CN" sz="1600"/>
                        <a:t>(9:30)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r>
                        <a:rPr lang="zh-CN" altLang="en-US" sz="1600"/>
                        <a:t>、市政数局</a:t>
                      </a:r>
                      <a:r>
                        <a:rPr lang="zh-CN" altLang="en-US" sz="1600"/>
                        <a:t>彩排</a:t>
                      </a:r>
                      <a:endParaRPr lang="zh-CN" altLang="en-US" sz="16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市政局的会（松山湖）</a:t>
                      </a:r>
                      <a:endParaRPr lang="zh-CN" altLang="en-US" sz="160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市民服务中心</a:t>
                      </a:r>
                      <a:endParaRPr lang="zh-CN" altLang="en-US" sz="1600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16230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下午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同书记开展实践见面会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、寮步鸿蒙智行中心</a:t>
                      </a:r>
                      <a:r>
                        <a:rPr lang="en-US" altLang="zh-CN" sz="1600"/>
                        <a:t> 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R&amp;A PARK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、广东省开源鸿蒙适配中心（</a:t>
                      </a:r>
                      <a:r>
                        <a:rPr lang="en-US" altLang="zh-CN" sz="1600"/>
                        <a:t>14:00-15:00)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zh-CN" altLang="en-US" sz="1600"/>
                    </a:p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r>
                        <a:rPr lang="zh-CN" altLang="en-US" sz="1600"/>
                        <a:t>、慕思睡眠公司</a:t>
                      </a:r>
                      <a:r>
                        <a:rPr lang="en-US" altLang="zh-CN" sz="1600"/>
                        <a:t>(16:00-18:00)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市政局的会（松山湖）</a:t>
                      </a:r>
                      <a:endParaRPr lang="zh-CN" altLang="en-US" sz="160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联通公司、湾区数谷。</a:t>
                      </a:r>
                      <a:endParaRPr lang="zh-CN" altLang="en-US" sz="1600"/>
                    </a:p>
                    <a:p>
                      <a:pPr>
                        <a:buNone/>
                      </a:pPr>
                      <a:r>
                        <a:rPr lang="zh-CN" altLang="en-US" sz="1600"/>
                        <a:t>如有时间还能继续参访一些企业</a:t>
                      </a:r>
                      <a:endParaRPr lang="zh-CN" altLang="en-US" sz="1600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9759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晚上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确定后续安排和线下线上同学分工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</a:t>
                      </a:r>
                      <a:r>
                        <a:rPr lang="zh-CN" altLang="en-US" sz="1600"/>
                        <a:t>、鸿蒙全屋智能</a:t>
                      </a:r>
                      <a:endParaRPr lang="zh-CN" altLang="en-US" sz="1600"/>
                    </a:p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r>
                        <a:rPr lang="zh-CN" altLang="en-US" sz="1600"/>
                        <a:t>、</a:t>
                      </a:r>
                      <a:r>
                        <a:rPr lang="zh-CN" altLang="en-US" sz="1600">
                          <a:sym typeface="+mn-ea"/>
                        </a:rPr>
                        <a:t>美宜佳</a:t>
                      </a:r>
                      <a:r>
                        <a:rPr lang="zh-CN" altLang="en-US" sz="1600">
                          <a:sym typeface="+mn-ea"/>
                        </a:rPr>
                        <a:t>零售店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滨海湾智慧灯杆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4.4,&quot;left&quot;:66,&quot;top&quot;:28.75,&quot;width&quot;:686}"/>
</p:tagLst>
</file>

<file path=ppt/tags/tag2.xml><?xml version="1.0" encoding="utf-8"?>
<p:tagLst xmlns:p="http://schemas.openxmlformats.org/presentationml/2006/main">
  <p:tag name="TABLE_ENDDRAG_ORIGIN_RECT" val="842*338"/>
  <p:tag name="TABLE_ENDDRAG_RECT" val="66*143*842*338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WPS 演示</Application>
  <PresentationFormat>宽屏</PresentationFormat>
  <Paragraphs>78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鸿蒙之城数智突击队</vt:lpstr>
      <vt:lpstr>1、鸿蒙操作系统是如何从最初的技术设想起步，一步步发展到如今的产业规模，发展过程中有哪些重要阶段？  2、现阶段鸿蒙操作系统整体呈现怎样的形态布局，已经落地覆盖了哪些典型应用场景以及产业落地？</vt:lpstr>
      <vt:lpstr>线下队员</vt:lpstr>
      <vt:lpstr>线下队员</vt:lpstr>
      <vt:lpstr>日程安排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Terry</cp:lastModifiedBy>
  <cp:revision>30</cp:revision>
  <dcterms:created xsi:type="dcterms:W3CDTF">2023-08-09T12:44:00Z</dcterms:created>
  <dcterms:modified xsi:type="dcterms:W3CDTF">2026-08-01T06:37:13Z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98D76BF5961D460CAF4589C6EB458DF4_12</vt:lpwstr>
  </property>
</Properties>
</file>